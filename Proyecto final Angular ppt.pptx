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1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3E874-C910-411D-89AB-2B7BBC3EC406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9A350-2B3A-4FDF-87E5-047872673C5D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28662" y="4071942"/>
            <a:ext cx="7772400" cy="1470025"/>
          </a:xfrm>
        </p:spPr>
        <p:txBody>
          <a:bodyPr/>
          <a:lstStyle/>
          <a:p>
            <a:r>
              <a:rPr lang="es-MX" dirty="0" smtClean="0"/>
              <a:t>Proyecto final Angular.</a:t>
            </a:r>
            <a:endParaRPr lang="es-MX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85728"/>
            <a:ext cx="334327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3" y="285728"/>
            <a:ext cx="928694" cy="85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857224" y="2000240"/>
            <a:ext cx="76558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El proyecto es la generación de una pagina web con Angular donde el usuario </a:t>
            </a:r>
          </a:p>
          <a:p>
            <a:r>
              <a:rPr lang="es-MX" dirty="0" smtClean="0"/>
              <a:t>Ingresa a la opción alta dieta y llena datos como su peso y altura y si realiza </a:t>
            </a:r>
          </a:p>
          <a:p>
            <a:r>
              <a:rPr lang="es-MX" dirty="0" smtClean="0"/>
              <a:t>Alguna actividad </a:t>
            </a:r>
            <a:r>
              <a:rPr lang="es-MX" dirty="0" err="1" smtClean="0"/>
              <a:t>fisica</a:t>
            </a:r>
            <a:r>
              <a:rPr lang="es-MX" dirty="0" smtClean="0"/>
              <a:t> estos datos se guardan utilizando dos </a:t>
            </a:r>
            <a:r>
              <a:rPr lang="es-MX" dirty="0" err="1" smtClean="0"/>
              <a:t>apis</a:t>
            </a:r>
            <a:r>
              <a:rPr lang="es-MX" dirty="0" smtClean="0"/>
              <a:t>, en la primera </a:t>
            </a:r>
          </a:p>
          <a:p>
            <a:r>
              <a:rPr lang="es-MX" dirty="0" smtClean="0"/>
              <a:t>Se guarda el contacto y en la segunda los datos de peso estatura edad tipo de </a:t>
            </a:r>
          </a:p>
          <a:p>
            <a:r>
              <a:rPr lang="es-MX" dirty="0" smtClean="0"/>
              <a:t>Ejercicio y si tiene diabetes.</a:t>
            </a:r>
          </a:p>
          <a:p>
            <a:r>
              <a:rPr lang="es-MX" dirty="0" smtClean="0"/>
              <a:t>El administrador del sistema entra a la opción Administración y se le solicita </a:t>
            </a:r>
          </a:p>
          <a:p>
            <a:r>
              <a:rPr lang="es-MX" dirty="0" smtClean="0"/>
              <a:t>El usuario y contraseña y si son validos le muestra una tabla con los datos de</a:t>
            </a:r>
          </a:p>
          <a:p>
            <a:r>
              <a:rPr lang="es-MX" dirty="0" smtClean="0"/>
              <a:t>Los usuarios que se registraron.</a:t>
            </a:r>
            <a:endParaRPr lang="es-MX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3" y="285728"/>
            <a:ext cx="928694" cy="85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CuadroTexto"/>
          <p:cNvSpPr txBox="1"/>
          <p:nvPr/>
        </p:nvSpPr>
        <p:spPr>
          <a:xfrm>
            <a:off x="714348" y="1714488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Home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357430"/>
            <a:ext cx="7316787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3" y="285728"/>
            <a:ext cx="928694" cy="85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CuadroTexto"/>
          <p:cNvSpPr txBox="1"/>
          <p:nvPr/>
        </p:nvSpPr>
        <p:spPr>
          <a:xfrm>
            <a:off x="1000100" y="1571612"/>
            <a:ext cx="2442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 smtClean="0"/>
              <a:t>Login</a:t>
            </a:r>
            <a:r>
              <a:rPr lang="es-MX" dirty="0" smtClean="0"/>
              <a:t> en Administración</a:t>
            </a:r>
            <a:endParaRPr lang="es-MX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071678"/>
            <a:ext cx="7316787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3" y="285728"/>
            <a:ext cx="928694" cy="85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CuadroTexto"/>
          <p:cNvSpPr txBox="1"/>
          <p:nvPr/>
        </p:nvSpPr>
        <p:spPr>
          <a:xfrm>
            <a:off x="642910" y="1357298"/>
            <a:ext cx="242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Tabla en Administración</a:t>
            </a:r>
            <a:endParaRPr lang="es-MX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071678"/>
            <a:ext cx="7316787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3" y="285728"/>
            <a:ext cx="928694" cy="85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2 CuadroTexto"/>
          <p:cNvSpPr txBox="1"/>
          <p:nvPr/>
        </p:nvSpPr>
        <p:spPr>
          <a:xfrm>
            <a:off x="571472" y="1357298"/>
            <a:ext cx="137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Alta de dieta</a:t>
            </a:r>
            <a:endParaRPr lang="es-MX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1928802"/>
            <a:ext cx="7316787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116</Words>
  <Application>Microsoft Office PowerPoint</Application>
  <PresentationFormat>Presentación en pantalla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Proyecto final Angular.</vt:lpstr>
      <vt:lpstr>Diapositiva 2</vt:lpstr>
      <vt:lpstr>Diapositiva 3</vt:lpstr>
      <vt:lpstr>Diapositiva 4</vt:lpstr>
      <vt:lpstr>Diapositiva 5</vt:lpstr>
      <vt:lpstr>Diapositiva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Angular.</dc:title>
  <dc:creator>carlos montero</dc:creator>
  <cp:lastModifiedBy>carlos montero</cp:lastModifiedBy>
  <cp:revision>4</cp:revision>
  <dcterms:created xsi:type="dcterms:W3CDTF">2026-03-05T00:09:18Z</dcterms:created>
  <dcterms:modified xsi:type="dcterms:W3CDTF">2026-03-05T00:26:23Z</dcterms:modified>
</cp:coreProperties>
</file>